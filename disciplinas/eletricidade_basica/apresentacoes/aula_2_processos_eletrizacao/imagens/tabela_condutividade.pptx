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elichevesky" userId="2451eb2d70f03bfb" providerId="LiveId" clId="{9D07EA99-5EEB-41F8-B877-56F291E4CA22}"/>
    <pc:docChg chg="undo custSel modSld">
      <pc:chgData name="Lucas Telichevesky" userId="2451eb2d70f03bfb" providerId="LiveId" clId="{9D07EA99-5EEB-41F8-B877-56F291E4CA22}" dt="2026-03-21T21:13:51.063" v="8" actId="14100"/>
      <pc:docMkLst>
        <pc:docMk/>
      </pc:docMkLst>
      <pc:sldChg chg="modSp mod">
        <pc:chgData name="Lucas Telichevesky" userId="2451eb2d70f03bfb" providerId="LiveId" clId="{9D07EA99-5EEB-41F8-B877-56F291E4CA22}" dt="2026-03-21T21:13:51.063" v="8" actId="14100"/>
        <pc:sldMkLst>
          <pc:docMk/>
          <pc:sldMk cId="0" sldId="256"/>
        </pc:sldMkLst>
        <pc:graphicFrameChg chg="mod modGraphic">
          <ac:chgData name="Lucas Telichevesky" userId="2451eb2d70f03bfb" providerId="LiveId" clId="{9D07EA99-5EEB-41F8-B877-56F291E4CA22}" dt="2026-03-21T21:13:51.063" v="8" actId="14100"/>
          <ac:graphicFrameMkLst>
            <pc:docMk/>
            <pc:sldMk cId="0" sldId="256"/>
            <ac:graphicFrameMk id="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7315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121848"/>
              </p:ext>
            </p:extLst>
          </p:nvPr>
        </p:nvGraphicFramePr>
        <p:xfrm>
          <a:off x="685800" y="1097280"/>
          <a:ext cx="6656832" cy="491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225">
                <a:tc>
                  <a:txBody>
                    <a:bodyPr/>
                    <a:lstStyle/>
                    <a:p>
                      <a:r>
                        <a:rPr dirty="0"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Condutividade (S/m)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rPr dirty="0"/>
                        <a:t>Prata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6,3×10^7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Condutor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Cobre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5,9×10^7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Condutor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Ouro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4,1×10^7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Condutor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Alumínio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3,5×10^7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Condutor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Ferro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1,0×10^7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Condutor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Silício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10^-4 a 10^3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Semicondutor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Germânio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10^-2 a 10^2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Semicondutor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Vidro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10^-10 a 10^-14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Isolante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Borracha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10^-13 a 10^-16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Isolante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7225">
                <a:tc>
                  <a:txBody>
                    <a:bodyPr/>
                    <a:lstStyle/>
                    <a:p>
                      <a:r>
                        <a:t>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10^-15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Isolante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</Words>
  <Application>Microsoft Office PowerPoint</Application>
  <PresentationFormat>Apresentação na tela (4:3)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Telichevesky</cp:lastModifiedBy>
  <cp:revision>1</cp:revision>
  <dcterms:created xsi:type="dcterms:W3CDTF">2013-01-27T09:14:16Z</dcterms:created>
  <dcterms:modified xsi:type="dcterms:W3CDTF">2026-03-21T21:14:03Z</dcterms:modified>
  <cp:category/>
</cp:coreProperties>
</file>